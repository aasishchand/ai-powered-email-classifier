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9"/>
  </p:notesMasterIdLst>
  <p:sldIdLst>
    <p:sldId id="269" r:id="rId2"/>
    <p:sldId id="257" r:id="rId3"/>
    <p:sldId id="270" r:id="rId4"/>
    <p:sldId id="258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935B0-D317-4F3B-88D8-9FAC4DCAEA4A}" v="8" dt="2026-02-20T08:28:14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64800-61F8-4BFC-8880-D63D7C242E9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517D4-B348-4687-9241-3D594A041D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21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17D4-B348-4687-9241-3D594A041DB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9156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CC74-0367-AB3C-714B-C94F2EDF7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C116A-66F8-FB93-59D0-7F8C1420A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104E9-A8E2-ED38-32DC-47077B8D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D15DA-F4FE-7B7F-EDD7-AC9C1A547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A6736-2C37-4863-0A39-C7700104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22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5F29-68F9-F0A2-16A9-383DFC59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6E77-7543-C463-DD2A-B601121FD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9A8E-E714-777C-E15F-9B1DC05F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BEA26-15DB-41E0-CD21-919C49A5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E9562-7D67-61ED-DFBC-DB06096D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83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4D37-17CA-618E-6E70-4757D2B8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B7085-F897-3A32-B9FC-8E0F3F66B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B7100-AFDF-8FC9-E4A0-A0029B30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A1948-FB99-CAC2-C199-39EC6CDA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E8112-5133-F331-C2B3-FA1F09FA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36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FF96-1338-5D83-3137-4A44E8F1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406A7-334C-C446-F53C-BE115E415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C6369-885B-F481-53F2-0F41549F7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7DA7-1D47-4B4F-C1A4-FDD953C2D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4CF78-AEB4-1517-E18B-9DDC6F03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9316A-2AB4-2942-38D7-9C57F780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70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29E3-3FB9-E5B3-D570-7EC2226EF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C34F8-30DD-8F1B-6545-4D5480CA3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CAED8-9615-F779-6F2A-68A840313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513D5-1040-E28E-620B-D0EDECCF6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13438-04FB-6CA7-9486-2B602AAC8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40342B-A5C6-D8A6-2F4B-160A1CAF6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C35B4-22DF-546F-21D3-8D142472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CAE42-39B4-9E91-9EBE-38BB296F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3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7AD1-D656-AB88-CA3A-0FEE9DB4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8049B-D93B-AB5C-3261-8B5E73A2F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E6D58-6BE5-7FC2-10AF-70DC1592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2D55B-3CC0-2F2F-9147-383D1181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62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5939E3-6263-62F4-427F-6C479A9F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B6D39-9E71-6511-F936-478F25BE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3BAB2-4A6D-2066-40DB-25A51345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48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3955-EA02-4C51-D3E2-EAC53949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4D792-AC6B-1EFE-F47D-967373C5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D2F05-4072-7CB0-4AA8-0302255C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E5A7A-3413-B775-880A-6FF02656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8F5C9-18CD-647E-F20F-C416D225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6F26C-F1E4-8E5F-76D2-A40DEB9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2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FAB7-A95F-A24C-C0D0-A75C34D5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91093-6120-A8FA-B680-3A106D0AC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857C4-6CFC-6ACE-6B12-68E9ECF6C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87A62-CD1F-13DE-9F58-1F4941B6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49FBB-8984-3201-265E-5A16031F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B9869-932D-2256-03BC-2FD16CB2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37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5EA3-D1B0-23FD-ACF6-C0775A2A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2668D-4363-96D6-4F9F-190C52F02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624F8-3652-01D1-5AB1-00B135DC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6ED04-F9DD-3596-2ACB-83B7EE5D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B5C36-CA33-A8A4-6C90-048D725D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63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F49FE-3B83-5D47-5E92-7C7B1847C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DB4CD-9AD3-356C-348C-ADB1A70E6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755E-4B49-10D3-6997-1D1FF677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3FC38-6DB0-156C-09D6-E92487BB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1A51A-1288-A4CF-A935-D596120F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2092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85DB7E-9848-A791-5016-CB1A212AB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A1417-CC1D-6449-0667-DE4BEC7F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E059-4610-04DC-569E-EFA845FAB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E56D9-60DB-48D8-8B94-8CB23FC9233B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7772A-13F7-08A5-F664-DC23F1D6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A1FF-6B11-4AB1-3D8B-C59861EB4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ABE33-1590-4CB8-B4F0-CEB1F7FE4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42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1BE6-3B6A-078A-8F7E-83D317BA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369"/>
            <a:ext cx="10515600" cy="2857501"/>
          </a:xfrm>
        </p:spPr>
        <p:txBody>
          <a:bodyPr>
            <a:normAutofit/>
          </a:bodyPr>
          <a:lstStyle/>
          <a:p>
            <a:r>
              <a:t>AI-Powered Email Classifier</a:t>
            </a:r>
          </a:p>
          <a:p>
            <a:r>
              <a:t>Review-2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17D9-C05F-3D33-DC8A-646B5F296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526" y="4089951"/>
            <a:ext cx="3765273" cy="2087011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  <a:defRPr sz="2000"/>
            </a:pPr>
            <a:r>
              <a:t>Team Members:</a:t>
            </a:r>
          </a:p>
          <a:p>
            <a:pPr>
              <a:spcAft>
                <a:spcPts val="800"/>
              </a:spcAft>
              <a:defRPr sz="2000"/>
            </a:pPr>
            <a:r>
              <a:t>Aasish Chand Narra - 2320030298</a:t>
            </a:r>
          </a:p>
          <a:p>
            <a:pPr>
              <a:spcAft>
                <a:spcPts val="800"/>
              </a:spcAft>
              <a:defRPr sz="2000"/>
            </a:pPr>
            <a:r>
              <a:t>Sree Ram Vaddi - 2320030221</a:t>
            </a:r>
          </a:p>
          <a:p>
            <a:pPr>
              <a:spcAft>
                <a:spcPts val="800"/>
              </a:spcAft>
              <a:defRPr sz="2000"/>
            </a:pPr>
            <a:r>
              <a:t>Prithvi Teja - 2320030297</a:t>
            </a:r>
          </a:p>
        </p:txBody>
      </p:sp>
    </p:spTree>
    <p:extLst>
      <p:ext uri="{BB962C8B-B14F-4D97-AF65-F5344CB8AC3E}">
        <p14:creationId xmlns:p14="http://schemas.microsoft.com/office/powerpoint/2010/main" val="380271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DAEA-DD7B-3055-EE0B-622D60B9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1B8EC-99A6-C1E3-FF82-1172BD08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Aft>
                <a:spcPts val="800"/>
              </a:spcAft>
              <a:buNone/>
              <a:defRPr sz="2000"/>
            </a:pPr>
            <a:r>
              <a:t>A React-based user interface has been implemented with dedicated pages for Login, Dashboard, Emails, Analytics, Settings, Big Data Analytics, and Pipeline monitoring.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/>
            </a:pPr>
            <a:r>
              <a:t>A FastAPI backend has been developed to provide authentication, dashboard metrics, email APIs, mailbox synchronization, WebSocket integration, and big-data service endpoints.</a:t>
            </a:r>
          </a:p>
          <a:p>
            <a:pPr>
              <a:spcAft>
                <a:spcPts val="800"/>
              </a:spcAft>
              <a:defRPr sz="2000"/>
            </a:pPr>
            <a:r>
              <a:t>Mailbox connectivity has been established through IMAP and Gmail-based synchronization, enabling the ingestion of real user emails beyond static demonstration data.</a:t>
            </a:r>
          </a:p>
          <a:p>
            <a:pPr>
              <a:spcAft>
                <a:spcPts val="800"/>
              </a:spcAft>
              <a:defRPr sz="2000"/>
            </a:pPr>
            <a:r>
              <a:t>Analytical services have been implemented to compute email trends, spam percentage, topical distribution, and estimated productivity-related indicators.</a:t>
            </a:r>
          </a:p>
        </p:txBody>
      </p:sp>
    </p:spTree>
    <p:extLst>
      <p:ext uri="{BB962C8B-B14F-4D97-AF65-F5344CB8AC3E}">
        <p14:creationId xmlns:p14="http://schemas.microsoft.com/office/powerpoint/2010/main" val="1359739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4A42-22A5-FC9C-846A-28144F5D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94560"/>
            <a:ext cx="1554480" cy="914400"/>
          </a:xfrm>
          <a:prstGeom prst="roundRect">
            <a:avLst/>
          </a:prstGeom>
          <a:solidFill>
            <a:srgbClr val="3465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Mailbox</a:t>
            </a:r>
            <a:br/>
            <a:r>
              <a:t>Gmail /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4414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2194560"/>
            <a:ext cx="1554480" cy="914400"/>
          </a:xfrm>
          <a:prstGeom prst="roundRect">
            <a:avLst/>
          </a:prstGeom>
          <a:solidFill>
            <a:srgbClr val="204A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Sync Layer</a:t>
            </a:r>
            <a:br/>
            <a:r>
              <a:t>IMAP / Gmail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414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194560"/>
            <a:ext cx="1554480" cy="914400"/>
          </a:xfrm>
          <a:prstGeom prst="roundRect">
            <a:avLst/>
          </a:prstGeom>
          <a:solidFill>
            <a:srgbClr val="563D7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Backend</a:t>
            </a:r>
            <a:br/>
            <a:r>
              <a:t>FastAPI +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4414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94560"/>
            <a:ext cx="1554480" cy="914400"/>
          </a:xfrm>
          <a:prstGeom prst="roundRect">
            <a:avLst/>
          </a:prstGeom>
          <a:solidFill>
            <a:srgbClr val="75507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Analytics</a:t>
            </a:r>
            <a:br/>
            <a:r>
              <a:t>Rules +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4414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194560"/>
            <a:ext cx="1554480" cy="914400"/>
          </a:xfrm>
          <a:prstGeom prst="roundRect">
            <a:avLst/>
          </a:prstGeom>
          <a:solidFill>
            <a:srgbClr val="1877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Dashboard</a:t>
            </a:r>
            <a:br/>
            <a:r>
              <a:t>React +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Optional scale-out pathway: Kafka -&gt; MinIO -&gt; Spark -&gt; Airflow -&gt; Big Data Analytics interface</a:t>
            </a:r>
          </a:p>
        </p:txBody>
      </p:sp>
    </p:spTree>
    <p:extLst>
      <p:ext uri="{BB962C8B-B14F-4D97-AF65-F5344CB8AC3E}">
        <p14:creationId xmlns:p14="http://schemas.microsoft.com/office/powerpoint/2010/main" val="1638631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DB15-E39A-674E-A7A2-30F9C3B3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Demonstration</a:t>
            </a:r>
          </a:p>
        </p:txBody>
      </p:sp>
      <p:pic>
        <p:nvPicPr>
          <p:cNvPr id="3" name="Picture 2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3291840" cy="2743200"/>
          </a:xfrm>
          <a:prstGeom prst="rect">
            <a:avLst/>
          </a:prstGeom>
        </p:spPr>
      </p:pic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17320"/>
            <a:ext cx="585216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519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83838"/>
                </a:solidFill>
              </a:defRPr>
            </a:pPr>
            <a:r>
              <a:t>Login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25196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83838"/>
                </a:solidFill>
              </a:defRPr>
            </a:pPr>
            <a:r>
              <a:t>Dashboard Interface</a:t>
            </a:r>
          </a:p>
        </p:txBody>
      </p:sp>
    </p:spTree>
    <p:extLst>
      <p:ext uri="{BB962C8B-B14F-4D97-AF65-F5344CB8AC3E}">
        <p14:creationId xmlns:p14="http://schemas.microsoft.com/office/powerpoint/2010/main" val="76114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4D88-B165-A347-A3FA-D87C0D62A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and Big Data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The Analytics page presents 30-day trends for total, legitimate, and spam email traffic.</a:t>
            </a:r>
          </a:p>
          <a:p>
            <a:pPr>
              <a:spcAft>
                <a:spcPts val="800"/>
              </a:spcAft>
              <a:defRPr sz="1800"/>
            </a:pPr>
            <a:r>
              <a:t>The Dashboard summarizes key performance indicators including email volume, spam ratio, and estimated time savings.</a:t>
            </a:r>
          </a:p>
          <a:p>
            <a:pPr>
              <a:spcAft>
                <a:spcPts val="800"/>
              </a:spcAft>
              <a:defRPr sz="1800"/>
            </a:pPr>
            <a:r>
              <a:t>The Big Data Analytics view exposes pipeline status, model metadata, partition information, and refresh controls.</a:t>
            </a:r>
          </a:p>
          <a:p>
            <a:pPr>
              <a:spcAft>
                <a:spcPts val="800"/>
              </a:spcAft>
              <a:defRPr sz="1800"/>
            </a:pPr>
            <a:r>
              <a:t>The overall architecture supports Spark, Kafka, MinIO, and Airflow for large-scale data processing and historical analysis.</a:t>
            </a:r>
          </a:p>
        </p:txBody>
      </p:sp>
      <p:pic>
        <p:nvPicPr>
          <p:cNvPr id="4" name="Picture 3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7320"/>
            <a:ext cx="5394960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42976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83838"/>
                </a:solidFill>
              </a:defRPr>
            </a:pPr>
            <a:r>
              <a:t>Analytics Interface</a:t>
            </a:r>
          </a:p>
        </p:txBody>
      </p:sp>
    </p:spTree>
    <p:extLst>
      <p:ext uri="{BB962C8B-B14F-4D97-AF65-F5344CB8AC3E}">
        <p14:creationId xmlns:p14="http://schemas.microsoft.com/office/powerpoint/2010/main" val="151646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5338-F16F-3E6F-DD26-159161C0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32351"/>
            <a:ext cx="10515600" cy="1873525"/>
          </a:xfrm>
        </p:spPr>
        <p:txBody>
          <a:bodyPr/>
          <a:lstStyle/>
          <a:p>
            <a:r>
              <a:t>Current Outcome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0526" y="800100"/>
            <a:ext cx="10719352" cy="5650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present implementation demonstrates a complete end-to-end workflow from authentication to synchronized and classified email visualization.</a:t>
            </a:r>
          </a:p>
          <a:p>
            <a:pPr>
              <a:spcAft>
                <a:spcPts val="800"/>
              </a:spcAft>
              <a:defRPr sz="2000"/>
            </a:pPr>
            <a:r>
              <a:t>The platform enhances inbox visibility, prioritization, and spam awareness through an integrated analytical dashboard.</a:t>
            </a:r>
          </a:p>
          <a:p>
            <a:pPr>
              <a:spcAft>
                <a:spcPts val="800"/>
              </a:spcAft>
              <a:defRPr sz="2000"/>
            </a:pPr>
            <a:r>
              <a:t>Future work may include more robust machine learning models, stronger feedback incorporation, richer evaluation metrics, and deployment hardening for production environments.</a:t>
            </a:r>
          </a:p>
          <a:p>
            <a:pPr>
              <a:spcAft>
                <a:spcPts val="800"/>
              </a:spcAft>
              <a:defRPr sz="2000"/>
            </a:pPr>
            <a:r>
              <a:t>The big-data extension provides a foundation for scaling ingestion, analytics, and model lifecycle management for institutional or enterprise workloads.</a:t>
            </a:r>
          </a:p>
        </p:txBody>
      </p:sp>
    </p:spTree>
    <p:extLst>
      <p:ext uri="{BB962C8B-B14F-4D97-AF65-F5344CB8AC3E}">
        <p14:creationId xmlns:p14="http://schemas.microsoft.com/office/powerpoint/2010/main" val="376723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45F207-906C-ACBB-2A41-95BCA447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0688"/>
            <a:ext cx="10515600" cy="2301875"/>
          </a:xfrm>
        </p:spPr>
        <p:txBody>
          <a:bodyPr>
            <a:normAutofit/>
          </a:bodyPr>
          <a:lstStyle/>
          <a:p>
            <a:pPr algn="ctr">
              <a:defRPr sz="2800"/>
            </a:pPr>
            <a: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00"/>
            </a:pPr>
            <a:r>
              <a:t>AI-Powered Email Classifier | Review-2</a:t>
            </a:r>
          </a:p>
        </p:txBody>
      </p:sp>
    </p:spTree>
    <p:extLst>
      <p:ext uri="{BB962C8B-B14F-4D97-AF65-F5344CB8AC3E}">
        <p14:creationId xmlns:p14="http://schemas.microsoft.com/office/powerpoint/2010/main" val="122958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1648</TotalTime>
  <Words>646</Words>
  <Application>Microsoft Office PowerPoint</Application>
  <PresentationFormat>Widescreen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Movie Success Prediction Using Big Data Analytics with Apache Spark  Review-1</vt:lpstr>
      <vt:lpstr>                Problem Statement</vt:lpstr>
      <vt:lpstr>ABSTRACT</vt:lpstr>
      <vt:lpstr>Introduction</vt:lpstr>
      <vt:lpstr>                            Objective</vt:lpstr>
      <vt:lpstr>Literature Survey</vt:lpstr>
      <vt:lpstr>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2320030398 Harshitha</dc:creator>
  <cp:lastModifiedBy>2320030398 Harshitha</cp:lastModifiedBy>
  <cp:revision>7</cp:revision>
  <dcterms:created xsi:type="dcterms:W3CDTF">2026-02-20T08:00:43Z</dcterms:created>
  <dcterms:modified xsi:type="dcterms:W3CDTF">2026-04-02T10:39:34Z</dcterms:modified>
</cp:coreProperties>
</file>