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9"/>
  </p:notesMasterIdLst>
  <p:sldIdLst>
    <p:sldId id="269" r:id="rId2"/>
    <p:sldId id="257" r:id="rId3"/>
    <p:sldId id="270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935B0-D317-4F3B-88D8-9FAC4DCAEA4A}" v="8" dt="2026-02-20T08:28:14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64800-61F8-4BFC-8880-D63D7C242E9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17D4-B348-4687-9241-3D594A041D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1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17D4-B348-4687-9241-3D594A041DB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156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CC74-0367-AB3C-714B-C94F2EDF7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C116A-66F8-FB93-59D0-7F8C1420A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104E9-A8E2-ED38-32DC-47077B8D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D15DA-F4FE-7B7F-EDD7-AC9C1A54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A6736-2C37-4863-0A39-C7700104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2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5F29-68F9-F0A2-16A9-383DFC59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6E77-7543-C463-DD2A-B601121FD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9A8E-E714-777C-E15F-9B1DC05F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EA26-15DB-41E0-CD21-919C49A5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9562-7D67-61ED-DFBC-DB06096D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3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4D37-17CA-618E-6E70-4757D2B8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7085-F897-3A32-B9FC-8E0F3F66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7100-AFDF-8FC9-E4A0-A0029B30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1948-FB99-CAC2-C199-39EC6CDA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8112-5133-F331-C2B3-FA1F09F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6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FF96-1338-5D83-3137-4A44E8F1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06A7-334C-C446-F53C-BE115E415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C6369-885B-F481-53F2-0F41549F7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7DA7-1D47-4B4F-C1A4-FDD953C2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4CF78-AEB4-1517-E18B-9DDC6F03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316A-2AB4-2942-38D7-9C57F780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9E3-3FB9-E5B3-D570-7EC2226E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C34F8-30DD-8F1B-6545-4D5480CA3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CAED8-9615-F779-6F2A-68A840313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513D5-1040-E28E-620B-D0EDECCF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13438-04FB-6CA7-9486-2B602AAC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0342B-A5C6-D8A6-2F4B-160A1CAF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C35B4-22DF-546F-21D3-8D142472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CAE42-39B4-9E91-9EBE-38BB296F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3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7AD1-D656-AB88-CA3A-0FEE9DB4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8049B-D93B-AB5C-3261-8B5E73A2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E6D58-6BE5-7FC2-10AF-70DC1592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2D55B-3CC0-2F2F-9147-383D1181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939E3-6263-62F4-427F-6C479A9F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B6D39-9E71-6511-F936-478F25BE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3BAB2-4A6D-2066-40DB-25A51345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8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3955-EA02-4C51-D3E2-EAC53949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D792-AC6B-1EFE-F47D-967373C5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D2F05-4072-7CB0-4AA8-0302255C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E5A7A-3413-B775-880A-6FF02656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8F5C9-18CD-647E-F20F-C416D225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6F26C-F1E4-8E5F-76D2-A40DEB9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AB7-A95F-A24C-C0D0-A75C34D5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91093-6120-A8FA-B680-3A106D0AC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857C4-6CFC-6ACE-6B12-68E9ECF6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7A62-CD1F-13DE-9F58-1F4941B6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49FBB-8984-3201-265E-5A16031F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B9869-932D-2256-03BC-2FD16CB2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7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5EA3-D1B0-23FD-ACF6-C0775A2A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2668D-4363-96D6-4F9F-190C52F0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24F8-3652-01D1-5AB1-00B135DC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6ED04-F9DD-3596-2ACB-83B7EE5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B5C36-CA33-A8A4-6C90-048D725D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F49FE-3B83-5D47-5E92-7C7B1847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DB4CD-9AD3-356C-348C-ADB1A70E6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755E-4B49-10D3-6997-1D1FF677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FC38-6DB0-156C-09D6-E92487BB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A51A-1288-A4CF-A935-D596120F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09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5DB7E-9848-A791-5016-CB1A212AB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A1417-CC1D-6449-0667-DE4BEC7F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E059-4610-04DC-569E-EFA845FAB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7772A-13F7-08A5-F664-DC23F1D6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A1FF-6B11-4AB1-3D8B-C59861EB4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2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1BE6-3B6A-078A-8F7E-83D317BA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369"/>
            <a:ext cx="10515600" cy="2857501"/>
          </a:xfrm>
        </p:spPr>
        <p:txBody>
          <a:bodyPr>
            <a:normAutofit/>
          </a:bodyPr>
          <a:lstStyle/>
          <a:p>
            <a:r>
              <a:t>AI-Powered Email Classifier</a:t>
            </a:r>
          </a:p>
          <a:p>
            <a:r>
              <a:t>Review-1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7D9-C05F-3D33-DC8A-646B5F29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526" y="4089951"/>
            <a:ext cx="3765273" cy="2087011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  <a:defRPr sz="2000"/>
            </a:pPr>
            <a:r>
              <a:t>Team Members:</a:t>
            </a:r>
          </a:p>
          <a:p>
            <a:pPr>
              <a:spcAft>
                <a:spcPts val="800"/>
              </a:spcAft>
              <a:defRPr sz="2000"/>
            </a:pPr>
            <a:r>
              <a:t>Aasish Chand Narra - 2320030298</a:t>
            </a:r>
          </a:p>
          <a:p>
            <a:pPr>
              <a:spcAft>
                <a:spcPts val="800"/>
              </a:spcAft>
              <a:defRPr sz="2000"/>
            </a:pPr>
            <a:r>
              <a:t>Sree Ram Vaddi - 2320030221</a:t>
            </a:r>
          </a:p>
          <a:p>
            <a:pPr>
              <a:spcAft>
                <a:spcPts val="800"/>
              </a:spcAft>
              <a:defRPr sz="2000"/>
            </a:pPr>
            <a:r>
              <a:t>Prithvi Teja - 2320030297</a:t>
            </a:r>
          </a:p>
        </p:txBody>
      </p:sp>
    </p:spTree>
    <p:extLst>
      <p:ext uri="{BB962C8B-B14F-4D97-AF65-F5344CB8AC3E}">
        <p14:creationId xmlns:p14="http://schemas.microsoft.com/office/powerpoint/2010/main" val="38027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DAEA-DD7B-3055-EE0B-622D60B9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1B8EC-99A6-C1E3-FF82-1172BD08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  <a:defRPr sz="2000"/>
            </a:pPr>
            <a:r>
              <a:t>Faculty members and institutional staff routinely encounter high volumes of academic, administrative, and personal email communication.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t>Manual inbox triage is time-consuming, prone to inconsistency, and often inadequate for identifying urgent or high-priority messages in a timely manner.</a:t>
            </a:r>
          </a:p>
          <a:p>
            <a:pPr>
              <a:spcAft>
                <a:spcPts val="800"/>
              </a:spcAft>
              <a:defRPr sz="2000"/>
            </a:pPr>
            <a:r>
              <a:t>Existing mailbox tools provide limited support for integrated classification, topic-level organization, and analytical visibility into communication patterns.</a:t>
            </a:r>
          </a:p>
          <a:p>
            <a:pPr>
              <a:spcAft>
                <a:spcPts val="800"/>
              </a:spcAft>
              <a:defRPr sz="2000"/>
            </a:pPr>
            <a:r>
              <a:t>Accordingly, there is a need for a scalable email intelligence platform capable of mailbox integration, automated classification, and dashboard-based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35973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4A42-22A5-FC9C-846A-28144F5D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7280-99B0-8FF7-E205-E6786C88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35437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defRPr sz="2000"/>
            </a:pPr>
            <a:r>
              <a:t>This project presents an AI-powered email classification system intended for faculty and personal inbox management.</a:t>
            </a:r>
          </a:p>
          <a:p>
            <a:pPr>
              <a:spcAft>
                <a:spcPts val="800"/>
              </a:spcAft>
              <a:defRPr sz="2000"/>
            </a:pPr>
            <a:r>
              <a:t>The proposed platform integrates Gmail and Outlook mailboxes, ingests incoming messages, classifies them as spam or legitimate email, and enriches them with topic and urgency labels.</a:t>
            </a:r>
          </a:p>
          <a:p>
            <a:pPr>
              <a:spcAft>
                <a:spcPts val="800"/>
              </a:spcAft>
              <a:defRPr sz="2000"/>
            </a:pPr>
            <a:r>
              <a:t>The implementation employs a FastAPI backend for authentication, synchronization, analytics, and service endpoints, together with a React-based frontend for visualization and interaction.</a:t>
            </a:r>
          </a:p>
          <a:p>
            <a:pPr>
              <a:spcAft>
                <a:spcPts val="800"/>
              </a:spcAft>
              <a:defRPr sz="2000"/>
            </a:pPr>
            <a:r>
              <a:t>In addition, the architecture incorporates an extensible big-data pathway using Spark, Kafka, MinIO, and Airflow to support scalable analytics and future model-driven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63863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DB15-E39A-674E-A7A2-30F9C3B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28960-56B3-9BAF-9AEE-C370491BF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89"/>
            <a:ext cx="10515600" cy="456447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/>
            </a:pPr>
            <a:r>
              <a:t>Email remains a primary communication medium in academic environments, where users must process messages relating to administration, coursework, research, events, and personal matters.</a:t>
            </a:r>
          </a:p>
          <a:p>
            <a:pPr>
              <a:spcAft>
                <a:spcPts val="800"/>
              </a:spcAft>
              <a:defRPr sz="2000"/>
            </a:pPr>
            <a:r>
              <a:t>As inbox volume increases, conventional rule-based filtering approaches become insufficient for maintaining efficiency, prioritization, and situational awareness.</a:t>
            </a:r>
          </a:p>
          <a:p>
            <a:pPr>
              <a:spcAft>
                <a:spcPts val="800"/>
              </a:spcAft>
              <a:defRPr sz="2000"/>
            </a:pPr>
            <a:r>
              <a:t>This project brings together mailbox integration, automated email classification, and analytical dashboards within a unified software platform.</a:t>
            </a:r>
          </a:p>
          <a:p>
            <a:pPr>
              <a:spcAft>
                <a:spcPts val="800"/>
              </a:spcAft>
              <a:defRPr sz="2000"/>
            </a:pPr>
            <a:r>
              <a:t>The resulting framework supports both operational productivity in day-to-day use and architectural extensibility for large-scale analytical processing.</a:t>
            </a:r>
          </a:p>
        </p:txBody>
      </p:sp>
    </p:spTree>
    <p:extLst>
      <p:ext uri="{BB962C8B-B14F-4D97-AF65-F5344CB8AC3E}">
        <p14:creationId xmlns:p14="http://schemas.microsoft.com/office/powerpoint/2010/main" val="76114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4D88-B165-A347-A3FA-D87C0D62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3F50-9040-FFAC-FAEE-8B7D7EEE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465006"/>
            <a:ext cx="10675374" cy="4711957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t>To classify incoming emails into meaningful categories such as spam, ham, topic, and urgency.</a:t>
            </a:r>
            <a:endParaRPr lang="en-GB" sz="2000" dirty="0"/>
          </a:p>
          <a:p>
            <a:pPr>
              <a:spcAft>
                <a:spcPts val="800"/>
              </a:spcAft>
              <a:defRPr sz="2000"/>
            </a:pPr>
            <a:r>
              <a:t>To integrate real Gmail and Outlook inboxes and synchronize recent messages into the application environment.</a:t>
            </a:r>
          </a:p>
          <a:p>
            <a:pPr>
              <a:spcAft>
                <a:spcPts val="800"/>
              </a:spcAft>
              <a:defRPr sz="2000"/>
            </a:pPr>
            <a:r>
              <a:t>To provide analytical dashboards presenting email volume, spam ratio, temporal trends, and topical distribution.</a:t>
            </a:r>
          </a:p>
          <a:p>
            <a:pPr>
              <a:spcAft>
                <a:spcPts val="800"/>
              </a:spcAft>
              <a:defRPr sz="2000"/>
            </a:pPr>
            <a:r>
              <a:t>To incorporate user feedback through reclassification mechanisms for subsequent improvement of classification quality.</a:t>
            </a:r>
          </a:p>
          <a:p>
            <a:pPr>
              <a:spcAft>
                <a:spcPts val="800"/>
              </a:spcAft>
              <a:defRPr sz="2000"/>
            </a:pPr>
            <a:r>
              <a:t>To design an extensible system architecture capable of scaling through Kafka, Spark, MinIO, and Airflow-based components.</a:t>
            </a:r>
          </a:p>
        </p:txBody>
      </p:sp>
    </p:spTree>
    <p:extLst>
      <p:ext uri="{BB962C8B-B14F-4D97-AF65-F5344CB8AC3E}">
        <p14:creationId xmlns:p14="http://schemas.microsoft.com/office/powerpoint/2010/main" val="151646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5338-F16F-3E6F-DD26-159161C0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2351"/>
            <a:ext cx="10515600" cy="1873525"/>
          </a:xfrm>
        </p:spPr>
        <p:txBody>
          <a:bodyPr/>
          <a:lstStyle/>
          <a:p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0526" y="800100"/>
            <a:ext cx="10719352" cy="5650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Conventional email clients predominantly rely on keyword filters and folder rules, offering limited adaptability and minimal analytical support.</a:t>
            </a:r>
          </a:p>
          <a:p>
            <a:pPr>
              <a:spcAft>
                <a:spcPts val="800"/>
              </a:spcAft>
              <a:defRPr sz="2000"/>
            </a:pPr>
            <a:r>
              <a:t>Research in spam detection establishes the effectiveness of machine learning; however, many approaches remain restricted to binary classification tasks.</a:t>
            </a:r>
          </a:p>
          <a:p>
            <a:pPr>
              <a:spcAft>
                <a:spcPts val="800"/>
              </a:spcAft>
              <a:defRPr sz="2000"/>
            </a:pPr>
            <a:r>
              <a:t>Existing enterprise monitoring solutions provide communication metrics, yet they rarely unify mailbox synchronization, topical categorization, and user feedback in a single workflow.</a:t>
            </a:r>
          </a:p>
          <a:p>
            <a:pPr>
              <a:spcAft>
                <a:spcPts val="800"/>
              </a:spcAft>
              <a:defRPr sz="2000"/>
            </a:pPr>
            <a:r>
              <a:t>Studies on big-data analytics indicate that Spark-based processing frameworks are well suited for scalable trend analysis, model lifecycle management, and historical reporting.</a:t>
            </a:r>
          </a:p>
        </p:txBody>
      </p:sp>
    </p:spTree>
    <p:extLst>
      <p:ext uri="{BB962C8B-B14F-4D97-AF65-F5344CB8AC3E}">
        <p14:creationId xmlns:p14="http://schemas.microsoft.com/office/powerpoint/2010/main" val="376723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45F207-906C-ACBB-2A41-95BCA44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0688"/>
            <a:ext cx="10515600" cy="2301875"/>
          </a:xfrm>
        </p:spPr>
        <p:txBody>
          <a:bodyPr>
            <a:normAutofit/>
          </a:bodyPr>
          <a:lstStyle/>
          <a:p>
            <a:pPr algn="ctr">
              <a:defRPr sz="2800"/>
            </a:pPr>
            <a: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/>
            </a:pPr>
            <a:r>
              <a:t>AI-Powered Email Classifier | Review-1</a:t>
            </a:r>
          </a:p>
        </p:txBody>
      </p:sp>
    </p:spTree>
    <p:extLst>
      <p:ext uri="{BB962C8B-B14F-4D97-AF65-F5344CB8AC3E}">
        <p14:creationId xmlns:p14="http://schemas.microsoft.com/office/powerpoint/2010/main" val="122958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646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Movie Success Prediction Using Big Data Analytics with Apache Spark  Review-1</vt:lpstr>
      <vt:lpstr>                Problem Statement</vt:lpstr>
      <vt:lpstr>ABSTRACT</vt:lpstr>
      <vt:lpstr>Introduction</vt:lpstr>
      <vt:lpstr>                            Objective</vt:lpstr>
      <vt:lpstr>Literature Survey</vt:lpstr>
      <vt:lpstr>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2320030398 Harshitha</dc:creator>
  <cp:lastModifiedBy>2320030398 Harshitha</cp:lastModifiedBy>
  <cp:revision>7</cp:revision>
  <dcterms:created xsi:type="dcterms:W3CDTF">2026-02-20T08:00:43Z</dcterms:created>
  <dcterms:modified xsi:type="dcterms:W3CDTF">2026-04-02T10:39:34Z</dcterms:modified>
</cp:coreProperties>
</file>